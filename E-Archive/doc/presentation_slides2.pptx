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5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B17535-29B7-405B-83EA-37C97F8E068D}" v="2" dt="2025-12-02T08:08:03.0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yatt McDonnell" userId="c5f1d2fd-4b01-4d04-b981-adb96ebb85e4" providerId="ADAL" clId="{D7C466B1-40BA-4ED0-A972-B0A7BCC9B63A}"/>
    <pc:docChg chg="undo custSel addSld delSld modSld sldOrd">
      <pc:chgData name="Wyatt McDonnell" userId="c5f1d2fd-4b01-4d04-b981-adb96ebb85e4" providerId="ADAL" clId="{D7C466B1-40BA-4ED0-A972-B0A7BCC9B63A}" dt="2025-12-02T08:08:08.751" v="2652" actId="20577"/>
      <pc:docMkLst>
        <pc:docMk/>
      </pc:docMkLst>
      <pc:sldChg chg="modSp new mod">
        <pc:chgData name="Wyatt McDonnell" userId="c5f1d2fd-4b01-4d04-b981-adb96ebb85e4" providerId="ADAL" clId="{D7C466B1-40BA-4ED0-A972-B0A7BCC9B63A}" dt="2025-12-02T08:05:17.270" v="2615" actId="20577"/>
        <pc:sldMkLst>
          <pc:docMk/>
          <pc:sldMk cId="4120925684" sldId="262"/>
        </pc:sldMkLst>
        <pc:spChg chg="mod">
          <ac:chgData name="Wyatt McDonnell" userId="c5f1d2fd-4b01-4d04-b981-adb96ebb85e4" providerId="ADAL" clId="{D7C466B1-40BA-4ED0-A972-B0A7BCC9B63A}" dt="2025-12-02T08:05:17.270" v="2615" actId="20577"/>
          <ac:spMkLst>
            <pc:docMk/>
            <pc:sldMk cId="4120925684" sldId="262"/>
            <ac:spMk id="3" creationId="{47A2AA57-E7FE-DA50-0505-EAC219144841}"/>
          </ac:spMkLst>
        </pc:spChg>
      </pc:sldChg>
      <pc:sldChg chg="modSp mod">
        <pc:chgData name="Wyatt McDonnell" userId="c5f1d2fd-4b01-4d04-b981-adb96ebb85e4" providerId="ADAL" clId="{D7C466B1-40BA-4ED0-A972-B0A7BCC9B63A}" dt="2025-12-02T08:08:08.751" v="2652" actId="20577"/>
        <pc:sldMkLst>
          <pc:docMk/>
          <pc:sldMk cId="3925618349" sldId="263"/>
        </pc:sldMkLst>
        <pc:spChg chg="mod">
          <ac:chgData name="Wyatt McDonnell" userId="c5f1d2fd-4b01-4d04-b981-adb96ebb85e4" providerId="ADAL" clId="{D7C466B1-40BA-4ED0-A972-B0A7BCC9B63A}" dt="2025-12-02T08:08:08.751" v="2652" actId="20577"/>
          <ac:spMkLst>
            <pc:docMk/>
            <pc:sldMk cId="3925618349" sldId="263"/>
            <ac:spMk id="3" creationId="{989EE6B6-3CF1-D5D9-7676-2CE1D8F43B79}"/>
          </ac:spMkLst>
        </pc:spChg>
      </pc:sldChg>
      <pc:sldChg chg="addSp delSp modSp new mod ord setBg">
        <pc:chgData name="Wyatt McDonnell" userId="c5f1d2fd-4b01-4d04-b981-adb96ebb85e4" providerId="ADAL" clId="{D7C466B1-40BA-4ED0-A972-B0A7BCC9B63A}" dt="2025-12-02T08:07:03.030" v="2647"/>
        <pc:sldMkLst>
          <pc:docMk/>
          <pc:sldMk cId="1964649376" sldId="265"/>
        </pc:sldMkLst>
        <pc:spChg chg="add del mod">
          <ac:chgData name="Wyatt McDonnell" userId="c5f1d2fd-4b01-4d04-b981-adb96ebb85e4" providerId="ADAL" clId="{D7C466B1-40BA-4ED0-A972-B0A7BCC9B63A}" dt="2025-12-02T08:06:49.234" v="2645" actId="20577"/>
          <ac:spMkLst>
            <pc:docMk/>
            <pc:sldMk cId="1964649376" sldId="265"/>
            <ac:spMk id="2" creationId="{2199652B-36A0-F809-932F-4C0989C5EB1F}"/>
          </ac:spMkLst>
        </pc:spChg>
        <pc:spChg chg="del">
          <ac:chgData name="Wyatt McDonnell" userId="c5f1d2fd-4b01-4d04-b981-adb96ebb85e4" providerId="ADAL" clId="{D7C466B1-40BA-4ED0-A972-B0A7BCC9B63A}" dt="2025-12-02T08:05:57.134" v="2617" actId="931"/>
          <ac:spMkLst>
            <pc:docMk/>
            <pc:sldMk cId="1964649376" sldId="265"/>
            <ac:spMk id="3" creationId="{41D11A2B-5EC9-B592-59AF-B23137707336}"/>
          </ac:spMkLst>
        </pc:spChg>
        <pc:spChg chg="add del mod">
          <ac:chgData name="Wyatt McDonnell" userId="c5f1d2fd-4b01-4d04-b981-adb96ebb85e4" providerId="ADAL" clId="{D7C466B1-40BA-4ED0-A972-B0A7BCC9B63A}" dt="2025-12-02T08:06:27.340" v="2628" actId="26606"/>
          <ac:spMkLst>
            <pc:docMk/>
            <pc:sldMk cId="1964649376" sldId="265"/>
            <ac:spMk id="7" creationId="{2199652B-36A0-F809-932F-4C0989C5EB1F}"/>
          </ac:spMkLst>
        </pc:spChg>
        <pc:spChg chg="add del">
          <ac:chgData name="Wyatt McDonnell" userId="c5f1d2fd-4b01-4d04-b981-adb96ebb85e4" providerId="ADAL" clId="{D7C466B1-40BA-4ED0-A972-B0A7BCC9B63A}" dt="2025-12-02T08:06:27.340" v="2628" actId="26606"/>
          <ac:spMkLst>
            <pc:docMk/>
            <pc:sldMk cId="1964649376" sldId="265"/>
            <ac:spMk id="9" creationId="{E3F48F83-18BD-6CAF-1D4C-7D7320608C57}"/>
          </ac:spMkLst>
        </pc:spChg>
        <pc:spChg chg="add del">
          <ac:chgData name="Wyatt McDonnell" userId="c5f1d2fd-4b01-4d04-b981-adb96ebb85e4" providerId="ADAL" clId="{D7C466B1-40BA-4ED0-A972-B0A7BCC9B63A}" dt="2025-12-02T08:06:27.340" v="2628" actId="26606"/>
          <ac:spMkLst>
            <pc:docMk/>
            <pc:sldMk cId="1964649376" sldId="265"/>
            <ac:spMk id="12" creationId="{32AEEBC8-9D30-42EF-95F2-386C2653FBF0}"/>
          </ac:spMkLst>
        </pc:spChg>
        <pc:spChg chg="add del">
          <ac:chgData name="Wyatt McDonnell" userId="c5f1d2fd-4b01-4d04-b981-adb96ebb85e4" providerId="ADAL" clId="{D7C466B1-40BA-4ED0-A972-B0A7BCC9B63A}" dt="2025-12-02T08:06:27.340" v="2628" actId="26606"/>
          <ac:spMkLst>
            <pc:docMk/>
            <pc:sldMk cId="1964649376" sldId="265"/>
            <ac:spMk id="14" creationId="{2E92FA66-67D7-4CB4-94D3-E643A9AD4757}"/>
          </ac:spMkLst>
        </pc:spChg>
        <pc:picChg chg="add mod">
          <ac:chgData name="Wyatt McDonnell" userId="c5f1d2fd-4b01-4d04-b981-adb96ebb85e4" providerId="ADAL" clId="{D7C466B1-40BA-4ED0-A972-B0A7BCC9B63A}" dt="2025-12-02T08:06:43.991" v="2632" actId="1076"/>
          <ac:picMkLst>
            <pc:docMk/>
            <pc:sldMk cId="1964649376" sldId="265"/>
            <ac:picMk id="5" creationId="{F8341D41-6FBC-EF22-2444-4E44BBC8F81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1E5D7-9240-6766-9C13-3227BDECA7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B6278E-5237-08A7-0FBA-465CCEC19E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B98A6B-04C7-E5BC-2845-18979B7CB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23105-1678-4660-BDA9-AE8002FAD73E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2BDA0-5E18-EFD5-43FB-E8E818508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769E9D-020F-2B93-69B8-6F356685C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1B24-D3E0-4F2E-9EE3-6B3FF942A5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756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3EBA9-4235-305D-72BD-01075A149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5F9B47-7662-5FB6-BEB5-00B228FCD8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646092-AFC5-DB0F-8465-970440A20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23105-1678-4660-BDA9-AE8002FAD73E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A33CCF-A9E5-6D5F-3DB1-AD41473E5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75542-B62F-0975-B1E2-097DFEC05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1B24-D3E0-4F2E-9EE3-6B3FF942A5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252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DA25A-2CF3-D5EA-B1BF-D29D51AA2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0BC55E-5BBA-9E88-E3AA-6ACECF0E8D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72C5D7-05FA-0686-721E-75C52430D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23105-1678-4660-BDA9-AE8002FAD73E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3409E3-4971-AE6A-3A61-FD338F270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E130C-CBF9-664F-B2FF-2E3978756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1B24-D3E0-4F2E-9EE3-6B3FF942A5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107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60BA8-4AE4-F8E5-C865-F6E28D519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F743EB-C25F-7010-63EE-CAF7770A72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238A74-0265-88BB-0F34-63DB98E9F2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6D2F66-F472-7CC7-6EEF-8D1775D9E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23105-1678-4660-BDA9-AE8002FAD73E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66C13E-8993-82F3-2995-7285F0417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69EFB8-6D74-DFB8-5E16-EE733497C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1B24-D3E0-4F2E-9EE3-6B3FF942A5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538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B1176-7CD9-6A0A-E576-09CF1E009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BF8D1C-D4A6-98C4-169B-B9BF5A03A5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68E451-BC18-41AA-F1F6-D8A7DD4C4D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421182-F56D-547D-1BDC-B9399A8284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E3CDF9-9B78-F286-5BEC-E70A6C610E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B82DF8-9077-4C01-9588-6129A95C4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23105-1678-4660-BDA9-AE8002FAD73E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A8384C-253C-3E5A-B47E-D4B585BA6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68DC27-8F69-64A0-FEEA-230B6C214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1B24-D3E0-4F2E-9EE3-6B3FF942A5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718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5AAEB-94DD-6ECE-552C-5BE24FB56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B33590-92E7-1EE8-B080-10BEE2F3A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23105-1678-4660-BDA9-AE8002FAD73E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22E0BA-D2AC-7DCA-6C37-B9911237E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CD95A0-1D83-043A-B1FD-30855B4CE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1B24-D3E0-4F2E-9EE3-6B3FF942A5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849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B94131-ADC4-1FBA-88D0-FE555BE96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23105-1678-4660-BDA9-AE8002FAD73E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C29B48-75BB-A4A9-5DFA-3F0B86EA3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18B4BD-432D-AEE6-1110-0C8BC04D6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1B24-D3E0-4F2E-9EE3-6B3FF942A5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875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EC7AA-B438-2DE2-9556-D5AAB9F01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76CC40-1C23-FACF-42D8-C502037E0D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32E169-C680-FC5D-BEE1-8275E2E0B0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DC1C79-E266-CFBD-8777-28EAC294E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23105-1678-4660-BDA9-AE8002FAD73E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53E2E0-D8ED-866C-FDA5-90D929459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484BAF-CD91-01CB-8943-7859D0173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1B24-D3E0-4F2E-9EE3-6B3FF942A5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214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74ADC-CB29-F038-293C-9F3F64291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8F72E4-2D4F-43F1-C0BD-80AFD43FEF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8C7F8E-C536-18E6-890F-253ED46307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74FECB-A84A-D92D-FB23-BEC6AF9EB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23105-1678-4660-BDA9-AE8002FAD73E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062CF8-B349-0E7F-BA16-490103022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26036B-C778-E8BD-7F9D-112535132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1B24-D3E0-4F2E-9EE3-6B3FF942A5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998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E67B5-8B7A-1AF3-C852-0268B44BA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A6274B-9C30-9884-A190-C59E62454A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5E40A1-18F8-3C2A-74E1-33CF1CFCE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23105-1678-4660-BDA9-AE8002FAD73E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78EDD5-8872-426B-4CDE-A33F98A5B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0C6DC2-FA24-6433-13BF-67335FB21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1B24-D3E0-4F2E-9EE3-6B3FF942A5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332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F84C22-0A21-DA30-6920-8A3D6714F2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D724CE-9C70-F56A-9BD9-7942C67F52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063343-BB7F-4D56-A374-C9964A4B0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23105-1678-4660-BDA9-AE8002FAD73E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69A0EA-056F-8339-30D8-FC7DD9836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14EBD6-AEE0-89F0-B16B-C528F83B8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1B24-D3E0-4F2E-9EE3-6B3FF942A5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093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131587-C5DD-7E43-3E3F-8BEF2C804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D14A0A-5CA8-EF0F-2AC0-4B12B5FBCC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715997-22CC-A9D7-B47D-C8793EEDDE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E23105-1678-4660-BDA9-AE8002FAD73E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8CDDA8-AC6F-B8FB-AF62-A50D549E32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66D92B-4C4E-1574-1E29-99A0B85E24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461B24-D3E0-4F2E-9EE3-6B3FF942A5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940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C27D5-C8F0-1B9F-2244-64C42A090B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US" dirty="0"/>
              <a:t>Vehicle Sales Application</a:t>
            </a:r>
            <a:br>
              <a:rPr lang="en-US" dirty="0"/>
            </a:br>
            <a:r>
              <a:rPr lang="en-US" dirty="0"/>
              <a:t>Team 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41EC2C-815E-5D1E-3342-9B1BA12DCE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725610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Wyatt McDonnell (Team Leader)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Moussa Mballo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Mamadou Oumar Ndiaye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William Steele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Colin Showalter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9084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C7DA9-BAC5-9ABA-B538-09D51ED5B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&amp; project motivation Part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9A18CB-4F2D-0233-1472-2518991C64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many cities throughout the United States, you need a vehicle to be able to travel safely to various locations. Those who cannot successfully walk to their destination are usually forced to purchase a vehicle. Even people outside of cities may require vehicles. Those who live in small towns may want a vehicle for traveling to various destinations for groceries. The most prominent option for any customer is either a private dealer or a car dealership. Generally, these two options are a hassle for people.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7421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7F82F-2C5D-22CA-F96E-80F235512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1322A-8C96-3D0D-CF41-CA9345A35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&amp; project motivation Part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AE4979-C613-9940-B82C-D6613580D5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Because those options are inconvenient a web application for vehicle sales would provide a more convenient service for purchasing a vehicle. The website would display as a catalogue full of vehicles that shows its image, name, price, and stock. Along with this, the customer can get their vehicle delivered or for pick-up. Accounts will allow any information provided at checkout to be changed.</a:t>
            </a:r>
          </a:p>
        </p:txBody>
      </p:sp>
    </p:spTree>
    <p:extLst>
      <p:ext uri="{BB962C8B-B14F-4D97-AF65-F5344CB8AC3E}">
        <p14:creationId xmlns:p14="http://schemas.microsoft.com/office/powerpoint/2010/main" val="15850743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2E619-71EE-0071-7AEE-C5F7B0EF7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Customer Problem: Molly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B895FB-825D-457C-B8BD-D16BAC0E55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Is a restaurant owner in a small town</a:t>
            </a:r>
          </a:p>
          <a:p>
            <a:r>
              <a:rPr lang="en-US" dirty="0"/>
              <a:t>Had her vehicle that is used for picking up ingredients break down</a:t>
            </a:r>
          </a:p>
          <a:p>
            <a:r>
              <a:rPr lang="en-US" dirty="0"/>
              <a:t>Has always had trouble navigating computer applications</a:t>
            </a:r>
          </a:p>
          <a:p>
            <a:r>
              <a:rPr lang="en-US" dirty="0"/>
              <a:t>Used vehicles in her town would be too expensive</a:t>
            </a:r>
          </a:p>
          <a:p>
            <a:r>
              <a:rPr lang="en-US" dirty="0"/>
              <a:t>Has little free time</a:t>
            </a:r>
          </a:p>
          <a:p>
            <a:endParaRPr lang="en-US" dirty="0"/>
          </a:p>
          <a:p>
            <a:r>
              <a:rPr lang="en-US" dirty="0"/>
              <a:t>She would benefit from upfront pricing, delivery, and an easy to navigate user interface</a:t>
            </a:r>
          </a:p>
        </p:txBody>
      </p:sp>
    </p:spTree>
    <p:extLst>
      <p:ext uri="{BB962C8B-B14F-4D97-AF65-F5344CB8AC3E}">
        <p14:creationId xmlns:p14="http://schemas.microsoft.com/office/powerpoint/2010/main" val="41345399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D67E1-C346-9A42-37E2-3A2D8F083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Specifications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4E9F42-74E0-BC52-43BF-B0089C9869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Main functional requirements: the catalog should display up to date vehicle information, the user should be able to choose delivery or pick-up for a vehicle, and the purchase information can be mailed and/or emailed </a:t>
            </a:r>
          </a:p>
          <a:p>
            <a:r>
              <a:rPr lang="en-US" dirty="0"/>
              <a:t>Main non-functional requirements: the website should load within 3 seconds, the user should be able to complete purchases in less than 7 clicks, and customer data should be encrypted</a:t>
            </a:r>
          </a:p>
          <a:p>
            <a:r>
              <a:rPr lang="en-US" dirty="0"/>
              <a:t>Main user-interface requirements: the website should display a catalog, and the user should be able to enter delivery information</a:t>
            </a:r>
          </a:p>
        </p:txBody>
      </p:sp>
    </p:spTree>
    <p:extLst>
      <p:ext uri="{BB962C8B-B14F-4D97-AF65-F5344CB8AC3E}">
        <p14:creationId xmlns:p14="http://schemas.microsoft.com/office/powerpoint/2010/main" val="7637053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9652B-36A0-F809-932F-4C0989C5E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Roadmap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8341D41-6FBC-EF22-2444-4E44BBC8F8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816" y="2615184"/>
            <a:ext cx="10554368" cy="2083548"/>
          </a:xfrm>
        </p:spPr>
      </p:pic>
    </p:spTree>
    <p:extLst>
      <p:ext uri="{BB962C8B-B14F-4D97-AF65-F5344CB8AC3E}">
        <p14:creationId xmlns:p14="http://schemas.microsoft.com/office/powerpoint/2010/main" val="19646493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12568-0364-E9CB-67CD-021992ECC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Development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2AA57-E7FE-DA50-0505-EAC2191448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Database</a:t>
            </a:r>
          </a:p>
          <a:p>
            <a:pPr lvl="1"/>
            <a:r>
              <a:rPr lang="en-US" dirty="0"/>
              <a:t>MySQL</a:t>
            </a:r>
          </a:p>
          <a:p>
            <a:pPr lvl="1"/>
            <a:r>
              <a:rPr lang="en-US" dirty="0"/>
              <a:t>Filess.io</a:t>
            </a:r>
          </a:p>
          <a:p>
            <a:r>
              <a:rPr lang="en-US" dirty="0"/>
              <a:t>Email, Database Querying, &amp; Website hosting</a:t>
            </a:r>
          </a:p>
          <a:p>
            <a:pPr lvl="1"/>
            <a:r>
              <a:rPr lang="en-US" dirty="0"/>
              <a:t>Python</a:t>
            </a:r>
          </a:p>
          <a:p>
            <a:r>
              <a:rPr lang="en-US" dirty="0"/>
              <a:t>Modification and display of front-end</a:t>
            </a:r>
          </a:p>
          <a:p>
            <a:pPr lvl="1"/>
            <a:r>
              <a:rPr lang="en-US" dirty="0"/>
              <a:t>HTML, JavaScript, and CSS</a:t>
            </a:r>
          </a:p>
          <a:p>
            <a:r>
              <a:rPr lang="en-US" dirty="0"/>
              <a:t>Integration &amp; Unit Testing</a:t>
            </a:r>
          </a:p>
          <a:p>
            <a:pPr lvl="1"/>
            <a:r>
              <a:rPr lang="en-US" dirty="0" err="1"/>
              <a:t>Pytest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09256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C70A3-E59B-0AD9-2125-71BF20EA0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Challenges and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9EE6B6-3CF1-D5D9-7676-2CE1D8F43B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Project Challenges</a:t>
            </a:r>
          </a:p>
          <a:p>
            <a:pPr lvl="1"/>
            <a:r>
              <a:rPr lang="en-US" dirty="0"/>
              <a:t>Rushed</a:t>
            </a:r>
          </a:p>
          <a:p>
            <a:pPr lvl="1"/>
            <a:r>
              <a:rPr lang="en-US" dirty="0"/>
              <a:t>Coordinating with Team Members</a:t>
            </a:r>
          </a:p>
          <a:p>
            <a:r>
              <a:rPr lang="en-US" dirty="0"/>
              <a:t>Future Work</a:t>
            </a:r>
          </a:p>
          <a:p>
            <a:pPr lvl="1"/>
            <a:r>
              <a:rPr lang="en-US" dirty="0"/>
              <a:t>Implementing actual charges to a person’s debit card</a:t>
            </a:r>
          </a:p>
          <a:p>
            <a:pPr lvl="1"/>
            <a:r>
              <a:rPr lang="en-US" dirty="0"/>
              <a:t>Automatic mailing of information to an actual address</a:t>
            </a:r>
          </a:p>
          <a:p>
            <a:pPr lvl="1"/>
            <a:r>
              <a:rPr lang="en-US" dirty="0"/>
              <a:t>the ability </a:t>
            </a:r>
            <a:r>
              <a:rPr lang="en-US"/>
              <a:t>to add new </a:t>
            </a:r>
            <a:r>
              <a:rPr lang="en-US" dirty="0"/>
              <a:t>vehicles and delete them with images</a:t>
            </a:r>
          </a:p>
        </p:txBody>
      </p:sp>
    </p:spTree>
    <p:extLst>
      <p:ext uri="{BB962C8B-B14F-4D97-AF65-F5344CB8AC3E}">
        <p14:creationId xmlns:p14="http://schemas.microsoft.com/office/powerpoint/2010/main" val="39256183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7635A-B4CC-3F9B-BDEA-A1014AC64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B10225-D7AD-9683-716C-8EEF505F56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conclusion, the vehicle sales application is made for making purchasing a vehicle more convenient. This is done by avoiding the inconveniences caused by private dealers or car dealerships. Our demo shows how a web application could be used for making the experience of purchasing a vehicle </a:t>
            </a:r>
            <a:r>
              <a:rPr lang="en-US"/>
              <a:t>more convenient.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63492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479</Words>
  <Application>Microsoft Office PowerPoint</Application>
  <PresentationFormat>Widescreen</PresentationFormat>
  <Paragraphs>43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Vehicle Sales Application Team E</vt:lpstr>
      <vt:lpstr>Introduction &amp; project motivation Part 1</vt:lpstr>
      <vt:lpstr>Introduction &amp; project motivation Part 2</vt:lpstr>
      <vt:lpstr>Customer Problem: Molly</vt:lpstr>
      <vt:lpstr>System Specifications</vt:lpstr>
      <vt:lpstr>Roadmap</vt:lpstr>
      <vt:lpstr>Development tools</vt:lpstr>
      <vt:lpstr>Project Challenges and Future Work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Wyatt McDonnell</dc:creator>
  <cp:lastModifiedBy>Wyatt McDonnell</cp:lastModifiedBy>
  <cp:revision>1</cp:revision>
  <dcterms:created xsi:type="dcterms:W3CDTF">2025-10-27T13:41:55Z</dcterms:created>
  <dcterms:modified xsi:type="dcterms:W3CDTF">2025-12-02T08:08:09Z</dcterms:modified>
</cp:coreProperties>
</file>