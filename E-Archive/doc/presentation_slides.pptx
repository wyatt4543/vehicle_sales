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148949-0F30-42A5-A01B-614EC2252984}" v="15" dt="2025-10-27T14:31:08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yatt McDonnell" userId="c5f1d2fd-4b01-4d04-b981-adb96ebb85e4" providerId="ADAL" clId="{D7C466B1-40BA-4ED0-A972-B0A7BCC9B63A}"/>
    <pc:docChg chg="undo custSel addSld delSld modSld">
      <pc:chgData name="Wyatt McDonnell" userId="c5f1d2fd-4b01-4d04-b981-adb96ebb85e4" providerId="ADAL" clId="{D7C466B1-40BA-4ED0-A972-B0A7BCC9B63A}" dt="2025-10-31T06:08:54.745" v="2594" actId="20577"/>
      <pc:docMkLst>
        <pc:docMk/>
      </pc:docMkLst>
      <pc:sldChg chg="modSp mod">
        <pc:chgData name="Wyatt McDonnell" userId="c5f1d2fd-4b01-4d04-b981-adb96ebb85e4" providerId="ADAL" clId="{D7C466B1-40BA-4ED0-A972-B0A7BCC9B63A}" dt="2025-10-27T13:45:58.432" v="99"/>
        <pc:sldMkLst>
          <pc:docMk/>
          <pc:sldMk cId="3399084992" sldId="256"/>
        </pc:sldMkLst>
        <pc:spChg chg="mod">
          <ac:chgData name="Wyatt McDonnell" userId="c5f1d2fd-4b01-4d04-b981-adb96ebb85e4" providerId="ADAL" clId="{D7C466B1-40BA-4ED0-A972-B0A7BCC9B63A}" dt="2025-10-27T13:44:04.977" v="34" actId="120"/>
          <ac:spMkLst>
            <pc:docMk/>
            <pc:sldMk cId="3399084992" sldId="256"/>
            <ac:spMk id="2" creationId="{3DDC27D5-C8F0-1B9F-2244-64C42A090BCD}"/>
          </ac:spMkLst>
        </pc:spChg>
        <pc:spChg chg="mod">
          <ac:chgData name="Wyatt McDonnell" userId="c5f1d2fd-4b01-4d04-b981-adb96ebb85e4" providerId="ADAL" clId="{D7C466B1-40BA-4ED0-A972-B0A7BCC9B63A}" dt="2025-10-27T13:45:58.432" v="99"/>
          <ac:spMkLst>
            <pc:docMk/>
            <pc:sldMk cId="3399084992" sldId="256"/>
            <ac:spMk id="3" creationId="{1241EC2C-815E-5D1E-3342-9B1BA12DCE3E}"/>
          </ac:spMkLst>
        </pc:spChg>
      </pc:sldChg>
      <pc:sldChg chg="modSp new mod">
        <pc:chgData name="Wyatt McDonnell" userId="c5f1d2fd-4b01-4d04-b981-adb96ebb85e4" providerId="ADAL" clId="{D7C466B1-40BA-4ED0-A972-B0A7BCC9B63A}" dt="2025-10-27T13:53:10.222" v="150" actId="20577"/>
        <pc:sldMkLst>
          <pc:docMk/>
          <pc:sldMk cId="2403742158" sldId="257"/>
        </pc:sldMkLst>
        <pc:spChg chg="mod">
          <ac:chgData name="Wyatt McDonnell" userId="c5f1d2fd-4b01-4d04-b981-adb96ebb85e4" providerId="ADAL" clId="{D7C466B1-40BA-4ED0-A972-B0A7BCC9B63A}" dt="2025-10-27T13:53:10.222" v="150" actId="20577"/>
          <ac:spMkLst>
            <pc:docMk/>
            <pc:sldMk cId="2403742158" sldId="257"/>
            <ac:spMk id="2" creationId="{75CC7DA9-BAC5-9ABA-B538-09D51ED5BA1E}"/>
          </ac:spMkLst>
        </pc:spChg>
        <pc:spChg chg="mod">
          <ac:chgData name="Wyatt McDonnell" userId="c5f1d2fd-4b01-4d04-b981-adb96ebb85e4" providerId="ADAL" clId="{D7C466B1-40BA-4ED0-A972-B0A7BCC9B63A}" dt="2025-10-27T13:52:01.960" v="136"/>
          <ac:spMkLst>
            <pc:docMk/>
            <pc:sldMk cId="2403742158" sldId="257"/>
            <ac:spMk id="3" creationId="{3D9A18CB-4F2D-0233-1472-2518991C64E5}"/>
          </ac:spMkLst>
        </pc:spChg>
      </pc:sldChg>
      <pc:sldChg chg="new del">
        <pc:chgData name="Wyatt McDonnell" userId="c5f1d2fd-4b01-4d04-b981-adb96ebb85e4" providerId="ADAL" clId="{D7C466B1-40BA-4ED0-A972-B0A7BCC9B63A}" dt="2025-10-27T13:53:17.496" v="152" actId="2696"/>
        <pc:sldMkLst>
          <pc:docMk/>
          <pc:sldMk cId="2201759169" sldId="258"/>
        </pc:sldMkLst>
      </pc:sldChg>
      <pc:sldChg chg="modSp add mod">
        <pc:chgData name="Wyatt McDonnell" userId="c5f1d2fd-4b01-4d04-b981-adb96ebb85e4" providerId="ADAL" clId="{D7C466B1-40BA-4ED0-A972-B0A7BCC9B63A}" dt="2025-10-27T13:53:56.122" v="223" actId="313"/>
        <pc:sldMkLst>
          <pc:docMk/>
          <pc:sldMk cId="1585074354" sldId="259"/>
        </pc:sldMkLst>
        <pc:spChg chg="mod">
          <ac:chgData name="Wyatt McDonnell" userId="c5f1d2fd-4b01-4d04-b981-adb96ebb85e4" providerId="ADAL" clId="{D7C466B1-40BA-4ED0-A972-B0A7BCC9B63A}" dt="2025-10-27T13:53:19.802" v="154" actId="20577"/>
          <ac:spMkLst>
            <pc:docMk/>
            <pc:sldMk cId="1585074354" sldId="259"/>
            <ac:spMk id="2" creationId="{C751322A-8C96-3D0D-CF41-CA9345A35A46}"/>
          </ac:spMkLst>
        </pc:spChg>
        <pc:spChg chg="mod">
          <ac:chgData name="Wyatt McDonnell" userId="c5f1d2fd-4b01-4d04-b981-adb96ebb85e4" providerId="ADAL" clId="{D7C466B1-40BA-4ED0-A972-B0A7BCC9B63A}" dt="2025-10-27T13:53:56.122" v="223" actId="313"/>
          <ac:spMkLst>
            <pc:docMk/>
            <pc:sldMk cId="1585074354" sldId="259"/>
            <ac:spMk id="3" creationId="{46AE4979-C613-9940-B82C-D6613580D5A4}"/>
          </ac:spMkLst>
        </pc:spChg>
      </pc:sldChg>
      <pc:sldChg chg="modSp new mod">
        <pc:chgData name="Wyatt McDonnell" userId="c5f1d2fd-4b01-4d04-b981-adb96ebb85e4" providerId="ADAL" clId="{D7C466B1-40BA-4ED0-A972-B0A7BCC9B63A}" dt="2025-10-31T06:03:58.339" v="2411" actId="20577"/>
        <pc:sldMkLst>
          <pc:docMk/>
          <pc:sldMk cId="4134539911" sldId="260"/>
        </pc:sldMkLst>
        <pc:spChg chg="mod">
          <ac:chgData name="Wyatt McDonnell" userId="c5f1d2fd-4b01-4d04-b981-adb96ebb85e4" providerId="ADAL" clId="{D7C466B1-40BA-4ED0-A972-B0A7BCC9B63A}" dt="2025-10-27T13:57:05.252" v="247" actId="20577"/>
          <ac:spMkLst>
            <pc:docMk/>
            <pc:sldMk cId="4134539911" sldId="260"/>
            <ac:spMk id="2" creationId="{F5A2E619-71EE-0071-7AEE-C5F7B0EF733C}"/>
          </ac:spMkLst>
        </pc:spChg>
        <pc:spChg chg="mod">
          <ac:chgData name="Wyatt McDonnell" userId="c5f1d2fd-4b01-4d04-b981-adb96ebb85e4" providerId="ADAL" clId="{D7C466B1-40BA-4ED0-A972-B0A7BCC9B63A}" dt="2025-10-31T06:03:58.339" v="2411" actId="20577"/>
          <ac:spMkLst>
            <pc:docMk/>
            <pc:sldMk cId="4134539911" sldId="260"/>
            <ac:spMk id="3" creationId="{9EB895FB-825D-457C-B8BD-D16BAC0E5557}"/>
          </ac:spMkLst>
        </pc:spChg>
      </pc:sldChg>
      <pc:sldChg chg="modSp new mod">
        <pc:chgData name="Wyatt McDonnell" userId="c5f1d2fd-4b01-4d04-b981-adb96ebb85e4" providerId="ADAL" clId="{D7C466B1-40BA-4ED0-A972-B0A7BCC9B63A}" dt="2025-10-27T14:12:44.181" v="1323" actId="20577"/>
        <pc:sldMkLst>
          <pc:docMk/>
          <pc:sldMk cId="763705340" sldId="261"/>
        </pc:sldMkLst>
        <pc:spChg chg="mod">
          <ac:chgData name="Wyatt McDonnell" userId="c5f1d2fd-4b01-4d04-b981-adb96ebb85e4" providerId="ADAL" clId="{D7C466B1-40BA-4ED0-A972-B0A7BCC9B63A}" dt="2025-10-27T14:03:35.560" v="675" actId="20577"/>
          <ac:spMkLst>
            <pc:docMk/>
            <pc:sldMk cId="763705340" sldId="261"/>
            <ac:spMk id="2" creationId="{DADD67E1-C346-9A42-37E2-3A2D8F083B5F}"/>
          </ac:spMkLst>
        </pc:spChg>
        <pc:spChg chg="mod">
          <ac:chgData name="Wyatt McDonnell" userId="c5f1d2fd-4b01-4d04-b981-adb96ebb85e4" providerId="ADAL" clId="{D7C466B1-40BA-4ED0-A972-B0A7BCC9B63A}" dt="2025-10-27T14:12:44.181" v="1323" actId="20577"/>
          <ac:spMkLst>
            <pc:docMk/>
            <pc:sldMk cId="763705340" sldId="261"/>
            <ac:spMk id="3" creationId="{6C4E9F42-74E0-BC52-43BF-B0089C9869B3}"/>
          </ac:spMkLst>
        </pc:spChg>
      </pc:sldChg>
      <pc:sldChg chg="modSp new mod">
        <pc:chgData name="Wyatt McDonnell" userId="c5f1d2fd-4b01-4d04-b981-adb96ebb85e4" providerId="ADAL" clId="{D7C466B1-40BA-4ED0-A972-B0A7BCC9B63A}" dt="2025-10-31T06:08:54.745" v="2594" actId="20577"/>
        <pc:sldMkLst>
          <pc:docMk/>
          <pc:sldMk cId="4120925684" sldId="262"/>
        </pc:sldMkLst>
        <pc:spChg chg="mod">
          <ac:chgData name="Wyatt McDonnell" userId="c5f1d2fd-4b01-4d04-b981-adb96ebb85e4" providerId="ADAL" clId="{D7C466B1-40BA-4ED0-A972-B0A7BCC9B63A}" dt="2025-10-27T14:13:19.945" v="1347" actId="313"/>
          <ac:spMkLst>
            <pc:docMk/>
            <pc:sldMk cId="4120925684" sldId="262"/>
            <ac:spMk id="2" creationId="{25812568-0364-E9CB-67CD-021992ECC70D}"/>
          </ac:spMkLst>
        </pc:spChg>
        <pc:spChg chg="mod">
          <ac:chgData name="Wyatt McDonnell" userId="c5f1d2fd-4b01-4d04-b981-adb96ebb85e4" providerId="ADAL" clId="{D7C466B1-40BA-4ED0-A972-B0A7BCC9B63A}" dt="2025-10-31T06:08:54.745" v="2594" actId="20577"/>
          <ac:spMkLst>
            <pc:docMk/>
            <pc:sldMk cId="4120925684" sldId="262"/>
            <ac:spMk id="3" creationId="{47A2AA57-E7FE-DA50-0505-EAC219144841}"/>
          </ac:spMkLst>
        </pc:spChg>
      </pc:sldChg>
      <pc:sldChg chg="modSp new mod">
        <pc:chgData name="Wyatt McDonnell" userId="c5f1d2fd-4b01-4d04-b981-adb96ebb85e4" providerId="ADAL" clId="{D7C466B1-40BA-4ED0-A972-B0A7BCC9B63A}" dt="2025-10-27T14:22:39.740" v="1998" actId="20577"/>
        <pc:sldMkLst>
          <pc:docMk/>
          <pc:sldMk cId="3925618349" sldId="263"/>
        </pc:sldMkLst>
        <pc:spChg chg="mod">
          <ac:chgData name="Wyatt McDonnell" userId="c5f1d2fd-4b01-4d04-b981-adb96ebb85e4" providerId="ADAL" clId="{D7C466B1-40BA-4ED0-A972-B0A7BCC9B63A}" dt="2025-10-27T14:18:42.212" v="1631" actId="20577"/>
          <ac:spMkLst>
            <pc:docMk/>
            <pc:sldMk cId="3925618349" sldId="263"/>
            <ac:spMk id="2" creationId="{F36C70A3-E59B-0AD9-2125-71BF20EA0E3E}"/>
          </ac:spMkLst>
        </pc:spChg>
        <pc:spChg chg="mod">
          <ac:chgData name="Wyatt McDonnell" userId="c5f1d2fd-4b01-4d04-b981-adb96ebb85e4" providerId="ADAL" clId="{D7C466B1-40BA-4ED0-A972-B0A7BCC9B63A}" dt="2025-10-27T14:22:39.740" v="1998" actId="20577"/>
          <ac:spMkLst>
            <pc:docMk/>
            <pc:sldMk cId="3925618349" sldId="263"/>
            <ac:spMk id="3" creationId="{989EE6B6-3CF1-D5D9-7676-2CE1D8F43B79}"/>
          </ac:spMkLst>
        </pc:spChg>
      </pc:sldChg>
      <pc:sldChg chg="modSp new mod">
        <pc:chgData name="Wyatt McDonnell" userId="c5f1d2fd-4b01-4d04-b981-adb96ebb85e4" providerId="ADAL" clId="{D7C466B1-40BA-4ED0-A972-B0A7BCC9B63A}" dt="2025-10-27T14:36:03.447" v="2403" actId="20577"/>
        <pc:sldMkLst>
          <pc:docMk/>
          <pc:sldMk cId="1556349245" sldId="264"/>
        </pc:sldMkLst>
        <pc:spChg chg="mod">
          <ac:chgData name="Wyatt McDonnell" userId="c5f1d2fd-4b01-4d04-b981-adb96ebb85e4" providerId="ADAL" clId="{D7C466B1-40BA-4ED0-A972-B0A7BCC9B63A}" dt="2025-10-27T14:22:53.201" v="2009" actId="20577"/>
          <ac:spMkLst>
            <pc:docMk/>
            <pc:sldMk cId="1556349245" sldId="264"/>
            <ac:spMk id="2" creationId="{81E7635A-B4CC-3F9B-BDEA-A1014AC64EDB}"/>
          </ac:spMkLst>
        </pc:spChg>
        <pc:spChg chg="mod">
          <ac:chgData name="Wyatt McDonnell" userId="c5f1d2fd-4b01-4d04-b981-adb96ebb85e4" providerId="ADAL" clId="{D7C466B1-40BA-4ED0-A972-B0A7BCC9B63A}" dt="2025-10-27T14:36:03.447" v="2403" actId="20577"/>
          <ac:spMkLst>
            <pc:docMk/>
            <pc:sldMk cId="1556349245" sldId="264"/>
            <ac:spMk id="3" creationId="{3DB10225-D7AD-9683-716C-8EEF505F569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1E5D7-9240-6766-9C13-3227BDECA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B6278E-5237-08A7-0FBA-465CCEC19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98A6B-04C7-E5BC-2845-18979B7C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2BDA0-5E18-EFD5-43FB-E8E81850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69E9D-020F-2B93-69B8-6F356685C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756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EBA9-4235-305D-72BD-01075A14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F9B47-7662-5FB6-BEB5-00B228FCD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46092-AFC5-DB0F-8465-970440A20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33CCF-A9E5-6D5F-3DB1-AD41473E5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75542-B62F-0975-B1E2-097DFEC05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5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A25A-2CF3-D5EA-B1BF-D29D51AA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BC55E-5BBA-9E88-E3AA-6ACECF0E8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2C5D7-05FA-0686-721E-75C52430D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409E3-4971-AE6A-3A61-FD338F270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E130C-CBF9-664F-B2FF-2E397875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07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0BA8-4AE4-F8E5-C865-F6E28D519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743EB-C25F-7010-63EE-CAF7770A7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38A74-0265-88BB-0F34-63DB98E9F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D2F66-F472-7CC7-6EEF-8D1775D9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6C13E-8993-82F3-2995-7285F041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9EFB8-6D74-DFB8-5E16-EE73349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38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1176-7CD9-6A0A-E576-09CF1E009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F8D1C-D4A6-98C4-169B-B9BF5A03A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8E451-BC18-41AA-F1F6-D8A7DD4C4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421182-F56D-547D-1BDC-B9399A828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3CDF9-9B78-F286-5BEC-E70A6C610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B82DF8-9077-4C01-9588-6129A95C4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8384C-253C-3E5A-B47E-D4B585BA6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68DC27-8F69-64A0-FEEA-230B6C214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1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AAEB-94DD-6ECE-552C-5BE24FB5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33590-92E7-1EE8-B080-10BEE2F3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2E0BA-D2AC-7DCA-6C37-B9911237E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D95A0-1D83-043A-B1FD-30855B4C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4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94131-ADC4-1FBA-88D0-FE555BE9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29B48-75BB-A4A9-5DFA-3F0B86EA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B4BD-432D-AEE6-1110-0C8BC04D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7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C7AA-B438-2DE2-9556-D5AAB9F01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6CC40-1C23-FACF-42D8-C502037E0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2E169-C680-FC5D-BEE1-8275E2E0B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C1C79-E266-CFBD-8777-28EAC294E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3E2E0-D8ED-866C-FDA5-90D92945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84BAF-CD91-01CB-8943-7859D017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1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74ADC-CB29-F038-293C-9F3F64291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8F72E4-2D4F-43F1-C0BD-80AFD43FE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C7F8E-C536-18E6-890F-253ED4630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4FECB-A84A-D92D-FB23-BEC6AF9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62CF8-B349-0E7F-BA16-49010302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6036B-C778-E8BD-7F9D-11253513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98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67B5-8B7A-1AF3-C852-0268B44B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6274B-9C30-9884-A190-C59E62454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E40A1-18F8-3C2A-74E1-33CF1CFCE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8EDD5-8872-426B-4CDE-A33F98A5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C6DC2-FA24-6433-13BF-67335FB2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3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F84C22-0A21-DA30-6920-8A3D6714F2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724CE-9C70-F56A-9BD9-7942C67F5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3343-BB7F-4D56-A374-C9964A4B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3105-1678-4660-BDA9-AE8002FAD73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9A0EA-056F-8339-30D8-FC7DD983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4EBD6-AEE0-89F0-B16B-C528F83B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9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131587-C5DD-7E43-3E3F-8BEF2C80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14A0A-5CA8-EF0F-2AC0-4B12B5FBC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15997-22CC-A9D7-B47D-C8793EEDDE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23105-1678-4660-BDA9-AE8002FAD73E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CDDA8-AC6F-B8FB-AF62-A50D549E3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6D92B-4C4E-1574-1E29-99A0B85E2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61B24-D3E0-4F2E-9EE3-6B3FF942A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9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27D5-C8F0-1B9F-2244-64C42A090B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Vehicle Sales Application</a:t>
            </a:r>
            <a:br>
              <a:rPr lang="en-US" dirty="0"/>
            </a:br>
            <a:r>
              <a:rPr lang="en-US" dirty="0"/>
              <a:t>Team 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1EC2C-815E-5D1E-3342-9B1BA12DC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2561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Wyatt McDonnell (Team Leader)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Moussa Mballo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Mamadou Oumar Ndiaye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William Steele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Colin Showalter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084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7DA9-BAC5-9ABA-B538-09D51ED5B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project motivation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A18CB-4F2D-0233-1472-2518991C6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many cities throughout the United States, you need a vehicle to be able to travel safely to various locations. Those who cannot successfully walk to their destination are usually forced to purchase a vehicle. Even people outside of cities may require vehicles. Those who live in small towns may want a vehicle for traveling to various destinations for groceries. The most prominent option for any customer is either a private dealer or a car dealership. Generally, these two options are a hassle for people.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42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F82F-2C5D-22CA-F96E-80F235512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322A-8C96-3D0D-CF41-CA9345A35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project motivation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E4979-C613-9940-B82C-D6613580D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those options are inconvenient a web application for vehicle sales would provide a more convenient service for purchasing a vehicle. The website would display as a catalogue full of vehicles that shows its image, name, price, and stock. Along with this, the customer can get their vehicle delivered or for pick-up. Accounts will allow any information provided at checkout to be changed.</a:t>
            </a:r>
          </a:p>
        </p:txBody>
      </p:sp>
    </p:spTree>
    <p:extLst>
      <p:ext uri="{BB962C8B-B14F-4D97-AF65-F5344CB8AC3E}">
        <p14:creationId xmlns:p14="http://schemas.microsoft.com/office/powerpoint/2010/main" val="158507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E619-71EE-0071-7AEE-C5F7B0EF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Problem: Molly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895FB-825D-457C-B8BD-D16BAC0E5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restaurant owner in a small town</a:t>
            </a:r>
          </a:p>
          <a:p>
            <a:r>
              <a:rPr lang="en-US" dirty="0"/>
              <a:t>Had her vehicle that is used for picking up ingredients break down</a:t>
            </a:r>
          </a:p>
          <a:p>
            <a:r>
              <a:rPr lang="en-US" dirty="0"/>
              <a:t>Has always had trouble navigating computer applications</a:t>
            </a:r>
          </a:p>
          <a:p>
            <a:r>
              <a:rPr lang="en-US" dirty="0"/>
              <a:t>Used vehicles in her town would be too expensive</a:t>
            </a:r>
          </a:p>
          <a:p>
            <a:r>
              <a:rPr lang="en-US" dirty="0"/>
              <a:t>Has little free time</a:t>
            </a:r>
          </a:p>
          <a:p>
            <a:endParaRPr lang="en-US" dirty="0"/>
          </a:p>
          <a:p>
            <a:r>
              <a:rPr lang="en-US" dirty="0"/>
              <a:t>She would benefit from upfront pricing, delivery, and an easy to navigate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4134539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D67E1-C346-9A42-37E2-3A2D8F08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E9F42-74E0-BC52-43BF-B0089C986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functional requirements: the catalog should display up to date vehicle information, the user should be able to choose delivery or pick-up for a vehicle, and the purchase information can be mailed and/or emailed </a:t>
            </a:r>
          </a:p>
          <a:p>
            <a:r>
              <a:rPr lang="en-US" dirty="0"/>
              <a:t>Main non-functional requirements: the website should load within 3 seconds, the user should be able to complete purchases in less than 7 clicks, and customer data should be encrypted</a:t>
            </a:r>
          </a:p>
          <a:p>
            <a:r>
              <a:rPr lang="en-US" dirty="0"/>
              <a:t>Main user-interface requirements: the website should display a catalog, and the user should be able to enter delivery information</a:t>
            </a:r>
          </a:p>
        </p:txBody>
      </p:sp>
    </p:spTree>
    <p:extLst>
      <p:ext uri="{BB962C8B-B14F-4D97-AF65-F5344CB8AC3E}">
        <p14:creationId xmlns:p14="http://schemas.microsoft.com/office/powerpoint/2010/main" val="763705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12568-0364-E9CB-67CD-021992ECC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2AA57-E7FE-DA50-0505-EAC219144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</a:t>
            </a:r>
          </a:p>
          <a:p>
            <a:pPr lvl="1"/>
            <a:r>
              <a:rPr lang="en-US" dirty="0"/>
              <a:t>MySQL</a:t>
            </a:r>
          </a:p>
          <a:p>
            <a:pPr lvl="1"/>
            <a:r>
              <a:rPr lang="en-US" dirty="0"/>
              <a:t>Filess.io</a:t>
            </a:r>
          </a:p>
          <a:p>
            <a:r>
              <a:rPr lang="en-US" dirty="0"/>
              <a:t>Email, Database Querying, &amp; Website hosting</a:t>
            </a:r>
          </a:p>
          <a:p>
            <a:pPr lvl="1"/>
            <a:r>
              <a:rPr lang="en-US" dirty="0"/>
              <a:t>Python</a:t>
            </a:r>
          </a:p>
          <a:p>
            <a:r>
              <a:rPr lang="en-US" dirty="0"/>
              <a:t>Modification and display of front-end</a:t>
            </a:r>
          </a:p>
          <a:p>
            <a:pPr lvl="1"/>
            <a:r>
              <a:rPr lang="en-US" dirty="0"/>
              <a:t>HTML, JavaScript, and CSS</a:t>
            </a:r>
          </a:p>
          <a:p>
            <a:r>
              <a:rPr lang="en-US" dirty="0"/>
              <a:t>Integration</a:t>
            </a:r>
          </a:p>
          <a:p>
            <a:pPr lvl="1"/>
            <a:r>
              <a:rPr lang="en-US" dirty="0"/>
              <a:t>Manual integration due to mainly being front-end </a:t>
            </a:r>
            <a:r>
              <a:rPr lang="en-US"/>
              <a:t>form submissions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925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70A3-E59B-0AD9-2125-71BF20EA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Challenges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EE6B6-3CF1-D5D9-7676-2CE1D8F43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Challenges</a:t>
            </a:r>
          </a:p>
          <a:p>
            <a:pPr lvl="1"/>
            <a:r>
              <a:rPr lang="en-US" dirty="0"/>
              <a:t>Rushed</a:t>
            </a:r>
          </a:p>
          <a:p>
            <a:pPr lvl="1"/>
            <a:r>
              <a:rPr lang="en-US" dirty="0"/>
              <a:t>Coordinating with Team Members</a:t>
            </a:r>
          </a:p>
          <a:p>
            <a:r>
              <a:rPr lang="en-US" dirty="0"/>
              <a:t>Future Work</a:t>
            </a:r>
          </a:p>
          <a:p>
            <a:pPr lvl="1"/>
            <a:r>
              <a:rPr lang="en-US" dirty="0"/>
              <a:t>Implementing actual charges to a person’s debit card</a:t>
            </a:r>
          </a:p>
          <a:p>
            <a:pPr lvl="1"/>
            <a:r>
              <a:rPr lang="en-US" dirty="0"/>
              <a:t>Automatic mailing of information to an actual address</a:t>
            </a:r>
          </a:p>
          <a:p>
            <a:pPr lvl="1"/>
            <a:r>
              <a:rPr lang="en-US" dirty="0"/>
              <a:t>Adding more vehicles</a:t>
            </a:r>
          </a:p>
        </p:txBody>
      </p:sp>
    </p:spTree>
    <p:extLst>
      <p:ext uri="{BB962C8B-B14F-4D97-AF65-F5344CB8AC3E}">
        <p14:creationId xmlns:p14="http://schemas.microsoft.com/office/powerpoint/2010/main" val="3925618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635A-B4CC-3F9B-BDEA-A1014AC6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10225-D7AD-9683-716C-8EEF505F5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conclusion, the vehicle sales application is made for making purchasing a vehicle more convenient. This is done by avoiding the inconveniences caused by private dealers or car dealerships. Our demo shows how a web application could be used for making the experience of purchasing a vehicle </a:t>
            </a:r>
            <a:r>
              <a:rPr lang="en-US"/>
              <a:t>more convenient.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349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475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Vehicle Sales Application Team E</vt:lpstr>
      <vt:lpstr>Introduction &amp; project motivation Part 1</vt:lpstr>
      <vt:lpstr>Introduction &amp; project motivation Part 2</vt:lpstr>
      <vt:lpstr>Customer Problem: Molly</vt:lpstr>
      <vt:lpstr>System Specifications</vt:lpstr>
      <vt:lpstr>Development tools</vt:lpstr>
      <vt:lpstr>Project Challenges and 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Wyatt McDonnell</dc:creator>
  <cp:lastModifiedBy>Wyatt McDonnell</cp:lastModifiedBy>
  <cp:revision>1</cp:revision>
  <dcterms:created xsi:type="dcterms:W3CDTF">2025-10-27T13:41:55Z</dcterms:created>
  <dcterms:modified xsi:type="dcterms:W3CDTF">2025-10-31T06:08:55Z</dcterms:modified>
</cp:coreProperties>
</file>